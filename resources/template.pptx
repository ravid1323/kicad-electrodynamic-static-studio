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 snapToGrid="0">
      <p:cViewPr varScale="1">
        <p:scale>
          <a:sx n="60" d="100"/>
          <a:sy n="60" d="100"/>
        </p:scale>
        <p:origin x="78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תמונה 7">
            <a:extLst>
              <a:ext uri="{FF2B5EF4-FFF2-40B4-BE49-F238E27FC236}">
                <a16:creationId xmlns:a16="http://schemas.microsoft.com/office/drawing/2014/main" id="{F6479DFE-41B3-DBF5-0EED-9374E6B4F4B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989"/>
            <a:ext cx="12192000" cy="6810021"/>
          </a:xfrm>
          <a:prstGeom prst="rect">
            <a:avLst/>
          </a:prstGeom>
        </p:spPr>
      </p:pic>
      <p:sp>
        <p:nvSpPr>
          <p:cNvPr id="2" name="כותרת 1">
            <a:extLst>
              <a:ext uri="{FF2B5EF4-FFF2-40B4-BE49-F238E27FC236}">
                <a16:creationId xmlns:a16="http://schemas.microsoft.com/office/drawing/2014/main" id="{649CA8D3-9B60-EA06-464D-C0EC14BEBE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13224"/>
            <a:ext cx="9144000" cy="2387600"/>
          </a:xfrm>
        </p:spPr>
        <p:txBody>
          <a:bodyPr anchor="b"/>
          <a:lstStyle>
            <a:lvl1pPr algn="ctr">
              <a:defRPr sz="6000" b="0">
                <a:cs typeface="+mn-cs"/>
              </a:defRPr>
            </a:lvl1pPr>
          </a:lstStyle>
          <a:p>
            <a:r>
              <a:rPr lang="he-IL" dirty="0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930F70EE-3426-D7CD-4536-D1A3E5CDBE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92899"/>
            <a:ext cx="9144000" cy="1655762"/>
          </a:xfrm>
        </p:spPr>
        <p:txBody>
          <a:bodyPr/>
          <a:lstStyle>
            <a:lvl1pPr marL="0" indent="0" algn="ctr">
              <a:buNone/>
              <a:defRPr sz="2400" b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 dirty="0"/>
              <a:t>לחץ כדי לערוך סגנון כותרת משנה של תבנית בסיס</a:t>
            </a:r>
          </a:p>
        </p:txBody>
      </p:sp>
    </p:spTree>
    <p:extLst>
      <p:ext uri="{BB962C8B-B14F-4D97-AF65-F5344CB8AC3E}">
        <p14:creationId xmlns:p14="http://schemas.microsoft.com/office/powerpoint/2010/main" val="2532435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תמונה 9">
            <a:extLst>
              <a:ext uri="{FF2B5EF4-FFF2-40B4-BE49-F238E27FC236}">
                <a16:creationId xmlns:a16="http://schemas.microsoft.com/office/drawing/2014/main" id="{ABCBE093-1240-8003-3AD5-3757E08CFC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989"/>
            <a:ext cx="12192000" cy="6810021"/>
          </a:xfrm>
          <a:prstGeom prst="rect">
            <a:avLst/>
          </a:prstGeom>
        </p:spPr>
      </p:pic>
      <p:sp>
        <p:nvSpPr>
          <p:cNvPr id="2" name="כותרת 1">
            <a:extLst>
              <a:ext uri="{FF2B5EF4-FFF2-40B4-BE49-F238E27FC236}">
                <a16:creationId xmlns:a16="http://schemas.microsoft.com/office/drawing/2014/main" id="{8D26B371-F10C-53D3-51DD-AF7C0ADAD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cs typeface="+mn-cs"/>
              </a:defRPr>
            </a:lvl1pPr>
          </a:lstStyle>
          <a:p>
            <a:r>
              <a:rPr lang="he-IL" dirty="0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315440F-0AB4-4575-9567-23E1D5C61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 dirty="0"/>
              <a:t>לחץ כדי לערוך סגנונות טקסט של תבנית בסיס</a:t>
            </a:r>
          </a:p>
          <a:p>
            <a:pPr lvl="1"/>
            <a:r>
              <a:rPr lang="he-IL" dirty="0"/>
              <a:t>רמה שנייה</a:t>
            </a:r>
          </a:p>
          <a:p>
            <a:pPr lvl="2"/>
            <a:r>
              <a:rPr lang="he-IL" dirty="0"/>
              <a:t>רמה שלישית</a:t>
            </a:r>
          </a:p>
          <a:p>
            <a:pPr lvl="3"/>
            <a:r>
              <a:rPr lang="he-IL" dirty="0"/>
              <a:t>רמה רביעית</a:t>
            </a:r>
          </a:p>
          <a:p>
            <a:pPr lvl="4"/>
            <a:r>
              <a:rPr lang="he-IL" dirty="0"/>
              <a:t>רמה חמישית</a:t>
            </a:r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3A6B3D4-AC12-40C5-BFD5-55962558B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A0566-ECF2-40F5-A46F-12DA953D256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2502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תמונה 9">
            <a:extLst>
              <a:ext uri="{FF2B5EF4-FFF2-40B4-BE49-F238E27FC236}">
                <a16:creationId xmlns:a16="http://schemas.microsoft.com/office/drawing/2014/main" id="{111A7E9E-517B-2D97-AE40-81BA6AF489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989"/>
            <a:ext cx="12192000" cy="6810021"/>
          </a:xfrm>
          <a:prstGeom prst="rect">
            <a:avLst/>
          </a:prstGeom>
        </p:spPr>
      </p:pic>
      <p:sp>
        <p:nvSpPr>
          <p:cNvPr id="2" name="כותרת 1">
            <a:extLst>
              <a:ext uri="{FF2B5EF4-FFF2-40B4-BE49-F238E27FC236}">
                <a16:creationId xmlns:a16="http://schemas.microsoft.com/office/drawing/2014/main" id="{5DA76FF1-5CAE-E71E-C452-6F2B4A94A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142872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0BC8540D-20D2-841F-87E0-B9765F0896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5022597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</p:spTree>
    <p:extLst>
      <p:ext uri="{BB962C8B-B14F-4D97-AF65-F5344CB8AC3E}">
        <p14:creationId xmlns:p14="http://schemas.microsoft.com/office/powerpoint/2010/main" val="1116785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92BEC35-89FD-D007-7524-96288F9C2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BE99321F-AA99-AC7D-0DC5-7F0330C3C1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7021A2FA-30A7-B987-1E4C-EAEF922B13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0436A214-B7AC-E324-682D-8B8825870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312BE-D501-4145-AF03-E81E78FCEF9B}" type="datetimeFigureOut">
              <a:rPr lang="he-IL" smtClean="0"/>
              <a:t>ט"ו/תשרי/תשפ"ז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F714899A-CD89-B6A7-B789-61E634246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B263DB82-0348-EF89-CEF3-F43EADD40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A0566-ECF2-40F5-A46F-12DA953D256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11748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524FB35-B20F-0F20-78F7-C10F5A39F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226BFA0D-5BD5-E8A3-FEE4-7E9CD18C79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2510CB22-8358-0D80-A7DF-65D58812AA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0E1412FB-A764-4937-3FC2-4CAF62AC54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7B712715-A33B-6FF0-0D53-78925704C3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97C25684-75B1-A003-A472-11180138E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312BE-D501-4145-AF03-E81E78FCEF9B}" type="datetimeFigureOut">
              <a:rPr lang="he-IL" smtClean="0"/>
              <a:t>ט"ו/תשרי/תשפ"ז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4DE18CBC-5ED6-579D-B503-3D1BFE0DF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5464A9B7-C0D7-D23E-DA35-C0AD205FE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A0566-ECF2-40F5-A46F-12DA953D256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8421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2213920-8C23-519C-5A39-8E898B075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6317C1D3-0970-E3CB-2BC4-1910F485F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312BE-D501-4145-AF03-E81E78FCEF9B}" type="datetimeFigureOut">
              <a:rPr lang="he-IL" smtClean="0"/>
              <a:t>ט"ו/תשרי/תשפ"ז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71B7946B-1542-8DEB-F1E6-8D68004D7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CE859E5A-2146-13B5-3067-B2C5EA9CD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A0566-ECF2-40F5-A46F-12DA953D256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36657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02BB75A4-8887-6EAF-1786-711E1B0B7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312BE-D501-4145-AF03-E81E78FCEF9B}" type="datetimeFigureOut">
              <a:rPr lang="he-IL" smtClean="0"/>
              <a:t>ט"ו/תשרי/תשפ"ז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B250F55E-E8ED-9569-FED8-5FD611E90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E72AAD9E-D73F-BE49-ACB4-10A9F1E7B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A0566-ECF2-40F5-A46F-12DA953D256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84811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13BA8CA-BF7B-BAF0-05AB-F5F5157FE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E81C1E75-F3A7-152B-85DD-FF5304E792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7D6A7391-70D3-F8AA-A135-691EA04105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7EAF89F6-9F93-1C8D-5158-39A32523B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312BE-D501-4145-AF03-E81E78FCEF9B}" type="datetimeFigureOut">
              <a:rPr lang="he-IL" smtClean="0"/>
              <a:t>ט"ו/תשרי/תשפ"ז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0E9FF660-E8AB-32A6-C67B-B6697F705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7275DFDD-784A-BCC8-2226-5A5B5D94B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A0566-ECF2-40F5-A46F-12DA953D256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51941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D65E9ED-E49F-1CE3-FE96-82DFF1718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E59BFCD7-7294-2B69-D92D-90330746B6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0D8237C2-D719-69BA-B23F-8A3B9B6490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67CEB482-1899-B9AF-0549-73571C298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312BE-D501-4145-AF03-E81E78FCEF9B}" type="datetimeFigureOut">
              <a:rPr lang="he-IL" smtClean="0"/>
              <a:t>ט"ו/תשרי/תשפ"ז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871E54B7-08BD-9EEF-2184-0B512EE0B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FA0AFC13-17A6-3118-1774-D6C28F055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A0566-ECF2-40F5-A46F-12DA953D256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768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85E6FF5-2038-3E01-5A17-671AE3E2C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3A976F16-33CF-203E-94EB-E2545D1C36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27886AB-C225-7A4C-F622-7321FEC92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312BE-D501-4145-AF03-E81E78FCEF9B}" type="datetimeFigureOut">
              <a:rPr lang="he-IL" smtClean="0"/>
              <a:t>ט"ו/תשרי/תשפ"ז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5B8EB65F-649C-24E3-F1BF-D81A463B9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E3687273-80F8-0BC7-1975-4608D0496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A0566-ECF2-40F5-A46F-12DA953D256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71077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תמונה 7">
            <a:extLst>
              <a:ext uri="{FF2B5EF4-FFF2-40B4-BE49-F238E27FC236}">
                <a16:creationId xmlns:a16="http://schemas.microsoft.com/office/drawing/2014/main" id="{03AE729D-1928-CDB5-8F25-9034EF4C34E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989"/>
            <a:ext cx="12192000" cy="6810021"/>
          </a:xfrm>
          <a:prstGeom prst="rect">
            <a:avLst/>
          </a:prstGeom>
        </p:spPr>
      </p:pic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C59B6FF8-2753-7849-3E50-62F7BEC99D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A91B9940-8031-5099-AC0D-3240717A44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31B6DF41-B362-A15D-5143-E6EA0D746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312BE-D501-4145-AF03-E81E78FCEF9B}" type="datetimeFigureOut">
              <a:rPr lang="he-IL" smtClean="0"/>
              <a:t>ט"ו/תשרי/תשפ"ז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5EF1494-65BE-309E-ACB4-ECA336B6B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9196751E-C7D0-E1B2-CE3E-9DE72F517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A0566-ECF2-40F5-A46F-12DA953D256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89319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תמונה 7">
            <a:extLst>
              <a:ext uri="{FF2B5EF4-FFF2-40B4-BE49-F238E27FC236}">
                <a16:creationId xmlns:a16="http://schemas.microsoft.com/office/drawing/2014/main" id="{340912D1-415E-B484-34BC-1219D8D62E7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989"/>
            <a:ext cx="12192000" cy="6810021"/>
          </a:xfrm>
          <a:prstGeom prst="rect">
            <a:avLst/>
          </a:prstGeom>
        </p:spPr>
      </p:pic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B5AC93BD-B4A5-5AF0-EC05-528008BAD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 dirty="0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EEAEB97A-3D12-7E15-A5B4-C2E305577D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F775D36-43A8-FD3C-B0BD-D980F4652D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cs typeface="+mn-cs"/>
              </a:defRPr>
            </a:lvl1pPr>
          </a:lstStyle>
          <a:p>
            <a:fld id="{78C312BE-D501-4145-AF03-E81E78FCEF9B}" type="datetimeFigureOut">
              <a:rPr lang="he-IL" smtClean="0"/>
              <a:pPr/>
              <a:t>ט"ו/תשרי/תשפ"ז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7FC36EFE-A444-16A7-38E1-E6C4D84342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cs typeface="+mn-cs"/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19460241-B5ED-05D5-6066-4B910E9210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cs typeface="+mn-cs"/>
              </a:defRPr>
            </a:lvl1pPr>
          </a:lstStyle>
          <a:p>
            <a:fld id="{10BA0566-ECF2-40F5-A46F-12DA953D256F}" type="slidenum">
              <a:rPr lang="he-IL" smtClean="0"/>
              <a:pPr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31647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n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0</Words>
  <Application>Microsoft Office PowerPoint</Application>
  <PresentationFormat>מסך רחב</PresentationFormat>
  <Paragraphs>0</Paragraphs>
  <Slides>0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0</vt:i4>
      </vt:variant>
    </vt:vector>
  </HeadingPairs>
  <TitlesOfParts>
    <vt:vector size="4" baseType="lpstr">
      <vt:lpstr>Aptos</vt:lpstr>
      <vt:lpstr>Aptos Display</vt:lpstr>
      <vt:lpstr>Arial</vt:lpstr>
      <vt:lpstr>ערכת נושא Office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רביד מדיוני</dc:creator>
  <cp:lastModifiedBy>רביד מדיוני</cp:lastModifiedBy>
  <cp:revision>3</cp:revision>
  <dcterms:created xsi:type="dcterms:W3CDTF">2026-09-26T14:02:26Z</dcterms:created>
  <dcterms:modified xsi:type="dcterms:W3CDTF">2026-09-26T14:21:02Z</dcterms:modified>
</cp:coreProperties>
</file>